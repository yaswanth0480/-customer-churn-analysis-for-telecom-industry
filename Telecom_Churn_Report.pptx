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Telecom Customer Churn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End-to-end: SQL, ML, Explainability, Segmentation, Reporting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 models trained:</a:t>
            </a:r>
          </a:p>
          <a:p>
            <a:r>
              <a:t>• Logistic Regression with class_weight=balanced</a:t>
            </a:r>
          </a:p>
          <a:p>
            <a:r>
              <a:t>• Random Forest with class_weight=balanced_subsample</a:t>
            </a:r>
          </a:p>
          <a:p>
            <a:r>
              <a:t>Metrics saved: Confusion Matrix + ROC for both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LogisticRegression confusion matrix</a:t>
            </a:r>
          </a:p>
        </p:txBody>
      </p:sp>
      <p:pic>
        <p:nvPicPr>
          <p:cNvPr id="3" name="Picture 2" descr="LogisticRegression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008"/>
            <a:ext cx="822960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LogisticRegression roc</a:t>
            </a:r>
          </a:p>
        </p:txBody>
      </p:sp>
      <p:pic>
        <p:nvPicPr>
          <p:cNvPr id="3" name="Picture 2" descr="LogisticRegression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225296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RandomForest confusion matrix</a:t>
            </a:r>
          </a:p>
        </p:txBody>
      </p:sp>
      <p:pic>
        <p:nvPicPr>
          <p:cNvPr id="3" name="Picture 2" descr="RandomForest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274320"/>
            <a:ext cx="822960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RandomForest roc</a:t>
            </a:r>
          </a:p>
        </p:txBody>
      </p:sp>
      <p:pic>
        <p:nvPicPr>
          <p:cNvPr id="3" name="Picture 2" descr="RandomForest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Explainability: Key Drivers of Churn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Drivers observed across models:</a:t>
            </a:r>
          </a:p>
          <a:p>
            <a:r>
              <a:t>• High complaints per month</a:t>
            </a:r>
          </a:p>
          <a:p>
            <a:r>
              <a:t>• Low recharge frequency and low recharge amount</a:t>
            </a:r>
          </a:p>
          <a:p>
            <a:r>
              <a:t>• Short tenure and low usage consistency</a:t>
            </a:r>
          </a:p>
          <a:p>
            <a:r>
              <a:t>Refer: outputs/eli5_lr.html and outputs/shap_summary_rf.png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Segments:</a:t>
            </a:r>
          </a:p>
          <a:p>
            <a:r>
              <a:t>• At Risk: churn_prob ≥ 0.60 or high complaints + low recharge</a:t>
            </a:r>
          </a:p>
          <a:p>
            <a:r>
              <a:t>• Loyal: churn_prob ≤ 0.30 + consistent usage</a:t>
            </a:r>
          </a:p>
          <a:p>
            <a:r>
              <a:t>• Dormant: low activity and low recharge</a:t>
            </a:r>
          </a:p>
          <a:p>
            <a:r>
              <a:t>• Neutral: others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Segmentation Counts</a:t>
            </a:r>
          </a:p>
        </p:txBody>
      </p:sp>
      <p:pic>
        <p:nvPicPr>
          <p:cNvPr id="3" name="Picture 2" descr="segmentation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1096962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255264"/>
          </a:xfrm>
        </p:spPr>
        <p:txBody>
          <a:bodyPr>
            <a:normAutofit fontScale="70000" lnSpcReduction="20000"/>
          </a:bodyPr>
          <a:lstStyle/>
          <a:p>
            <a:r>
              <a:rPr dirty="0"/>
              <a:t>Retention strategies:</a:t>
            </a:r>
          </a:p>
          <a:p>
            <a:r>
              <a:rPr dirty="0"/>
              <a:t>• Proactive complaint resolution and fast SLA for high-risk customers</a:t>
            </a:r>
          </a:p>
          <a:p>
            <a:r>
              <a:rPr dirty="0"/>
              <a:t>• Personalized recharge bundles for low-frequency and low-amount segments</a:t>
            </a:r>
          </a:p>
          <a:p>
            <a:r>
              <a:rPr dirty="0"/>
              <a:t>• Loyalty rewards for long-tenure and high-usage customers</a:t>
            </a:r>
          </a:p>
          <a:p>
            <a:r>
              <a:rPr dirty="0"/>
              <a:t>• Win-back campaigns for dormant users with targeted incentives</a:t>
            </a:r>
          </a:p>
          <a:p>
            <a:r>
              <a:rPr dirty="0"/>
              <a:t>• Monitor churn probability weekly and prioritize outreach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204</Words>
  <Application>Microsoft Office PowerPoint</Application>
  <PresentationFormat>On-screen Show (4:3)</PresentationFormat>
  <Paragraphs>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Telecom Customer Churn Analysis</vt:lpstr>
      <vt:lpstr>Model Performance Summary</vt:lpstr>
      <vt:lpstr>LogisticRegression confusion matrix</vt:lpstr>
      <vt:lpstr>LogisticRegression roc</vt:lpstr>
      <vt:lpstr>RandomForest confusion matrix</vt:lpstr>
      <vt:lpstr>RandomForest roc</vt:lpstr>
      <vt:lpstr>Explainability: Key Drivers of Churn</vt:lpstr>
      <vt:lpstr>Customer Segments</vt:lpstr>
      <vt:lpstr>Segmentation Counts</vt:lpstr>
      <vt:lpstr>Final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YASWANTH SAI RAM REDDY</dc:creator>
  <cp:keywords/>
  <dc:description>generated using python-pptx</dc:description>
  <cp:lastModifiedBy>YASWANTH SAI RAM REDDY</cp:lastModifiedBy>
  <cp:revision>2</cp:revision>
  <dcterms:created xsi:type="dcterms:W3CDTF">2013-01-27T09:14:16Z</dcterms:created>
  <dcterms:modified xsi:type="dcterms:W3CDTF">2025-12-23T15:06:42Z</dcterms:modified>
  <cp:category/>
</cp:coreProperties>
</file>